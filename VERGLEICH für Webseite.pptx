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6858000" cy="121935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03B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176"/>
    <p:restoredTop sz="94640"/>
  </p:normalViewPr>
  <p:slideViewPr>
    <p:cSldViewPr snapToGrid="0">
      <p:cViewPr varScale="1">
        <p:scale>
          <a:sx n="102" d="100"/>
          <a:sy n="102" d="100"/>
        </p:scale>
        <p:origin x="568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572"/>
            <a:ext cx="5829300" cy="4245175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4457"/>
            <a:ext cx="5143500" cy="2943960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5B3D6-9F8F-8042-A390-43DFA693915C}" type="datetimeFigureOut">
              <a:rPr lang="de-CH" smtClean="0"/>
              <a:t>02.08.26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A6DFB-DBDB-874D-8D26-6EEE13A00380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6500336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5B3D6-9F8F-8042-A390-43DFA693915C}" type="datetimeFigureOut">
              <a:rPr lang="de-CH" smtClean="0"/>
              <a:t>02.08.26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A6DFB-DBDB-874D-8D26-6EEE13A00380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449661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933"/>
            <a:ext cx="5915025" cy="507219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60111"/>
            <a:ext cx="5915025" cy="266734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5B3D6-9F8F-8042-A390-43DFA693915C}" type="datetimeFigureOut">
              <a:rPr lang="de-CH" smtClean="0"/>
              <a:t>02.08.26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A6DFB-DBDB-874D-8D26-6EEE13A00380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407342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978"/>
            <a:ext cx="2914650" cy="773672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978"/>
            <a:ext cx="2914650" cy="773672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5B3D6-9F8F-8042-A390-43DFA693915C}" type="datetimeFigureOut">
              <a:rPr lang="de-CH" smtClean="0"/>
              <a:t>02.08.26</a:t>
            </a:fld>
            <a:endParaRPr lang="de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A6DFB-DBDB-874D-8D26-6EEE13A00380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0287983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99"/>
            <a:ext cx="5915025" cy="23568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9124"/>
            <a:ext cx="2901255" cy="146492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4047"/>
            <a:ext cx="2901255" cy="655123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9124"/>
            <a:ext cx="2915543" cy="146492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4047"/>
            <a:ext cx="2915543" cy="655123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5B3D6-9F8F-8042-A390-43DFA693915C}" type="datetimeFigureOut">
              <a:rPr lang="de-CH" smtClean="0"/>
              <a:t>02.08.26</a:t>
            </a:fld>
            <a:endParaRPr lang="de-C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A6DFB-DBDB-874D-8D26-6EEE13A00380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4359568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5B3D6-9F8F-8042-A390-43DFA693915C}" type="datetimeFigureOut">
              <a:rPr lang="de-CH" smtClean="0"/>
              <a:t>02.08.26</a:t>
            </a:fld>
            <a:endParaRPr lang="de-C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A6DFB-DBDB-874D-8D26-6EEE13A00380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8623433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5B3D6-9F8F-8042-A390-43DFA693915C}" type="datetimeFigureOut">
              <a:rPr lang="de-CH" smtClean="0"/>
              <a:t>02.08.26</a:t>
            </a:fld>
            <a:endParaRPr lang="de-C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A6DFB-DBDB-874D-8D26-6EEE13A00380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797727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906"/>
            <a:ext cx="2211884" cy="284517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653"/>
            <a:ext cx="3471863" cy="866535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8076"/>
            <a:ext cx="2211884" cy="6777039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5B3D6-9F8F-8042-A390-43DFA693915C}" type="datetimeFigureOut">
              <a:rPr lang="de-CH" smtClean="0"/>
              <a:t>02.08.26</a:t>
            </a:fld>
            <a:endParaRPr lang="de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A6DFB-DBDB-874D-8D26-6EEE13A00380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3742053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906"/>
            <a:ext cx="2211884" cy="284517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653"/>
            <a:ext cx="3471863" cy="866535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8076"/>
            <a:ext cx="2211884" cy="6777039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5B3D6-9F8F-8042-A390-43DFA693915C}" type="datetimeFigureOut">
              <a:rPr lang="de-CH" smtClean="0"/>
              <a:t>02.08.26</a:t>
            </a:fld>
            <a:endParaRPr lang="de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A6DFB-DBDB-874D-8D26-6EEE13A00380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6940436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5B3D6-9F8F-8042-A390-43DFA693915C}" type="datetimeFigureOut">
              <a:rPr lang="de-CH" smtClean="0"/>
              <a:t>02.08.26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A6DFB-DBDB-874D-8D26-6EEE13A00380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952889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96"/>
            <a:ext cx="1478756" cy="10333502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96"/>
            <a:ext cx="4350544" cy="10333502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5B3D6-9F8F-8042-A390-43DFA693915C}" type="datetimeFigureOut">
              <a:rPr lang="de-CH" smtClean="0"/>
              <a:t>02.08.26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A6DFB-DBDB-874D-8D26-6EEE13A00380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5582444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99"/>
            <a:ext cx="5915025" cy="23568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978"/>
            <a:ext cx="5915025" cy="77367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7" y="11301652"/>
            <a:ext cx="1543050" cy="6491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E5B3D6-9F8F-8042-A390-43DFA693915C}" type="datetimeFigureOut">
              <a:rPr lang="de-CH" smtClean="0"/>
              <a:t>02.08.26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1652"/>
            <a:ext cx="2314575" cy="6491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1652"/>
            <a:ext cx="1543050" cy="6491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0A6DFB-DBDB-874D-8D26-6EEE13A00380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5900347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3B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8B8D5A1A-0C98-3D89-D067-848BFFC17D98}"/>
              </a:ext>
            </a:extLst>
          </p:cNvPr>
          <p:cNvSpPr txBox="1"/>
          <p:nvPr/>
        </p:nvSpPr>
        <p:spPr>
          <a:xfrm>
            <a:off x="648000" y="504000"/>
            <a:ext cx="180000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CH" sz="1600" cap="all" spc="300" dirty="0">
                <a:solidFill>
                  <a:schemeClr val="bg1"/>
                </a:solidFill>
              </a:rPr>
              <a:t>VERGLEICH</a:t>
            </a:r>
            <a:endParaRPr lang="de-CH" sz="1600" spc="300" dirty="0">
              <a:solidFill>
                <a:schemeClr val="bg1"/>
              </a:solidFill>
            </a:endParaRP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E4795702-D5AE-CF74-253A-D0EDFAEB4D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3453" y="2439932"/>
            <a:ext cx="3384550" cy="4211602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16A14652-5C2A-BEDE-0EB9-DB675C9455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2454184"/>
            <a:ext cx="3384550" cy="4197350"/>
          </a:xfrm>
          <a:prstGeom prst="rect">
            <a:avLst/>
          </a:prstGeom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EEC81B47-32AA-5946-1D1B-B227D17FB213}"/>
              </a:ext>
            </a:extLst>
          </p:cNvPr>
          <p:cNvSpPr txBox="1"/>
          <p:nvPr/>
        </p:nvSpPr>
        <p:spPr>
          <a:xfrm>
            <a:off x="533000" y="1006365"/>
            <a:ext cx="5837820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2800" b="1" dirty="0">
                <a:solidFill>
                  <a:schemeClr val="bg1"/>
                </a:solidFill>
              </a:rPr>
              <a:t>Ähnliche Population – </a:t>
            </a:r>
          </a:p>
          <a:p>
            <a:r>
              <a:rPr lang="de-CH" sz="2800" b="1" dirty="0">
                <a:solidFill>
                  <a:schemeClr val="bg1"/>
                </a:solidFill>
              </a:rPr>
              <a:t>unterschiedliches Management.</a:t>
            </a:r>
          </a:p>
          <a:p>
            <a:endParaRPr lang="de-CH" dirty="0">
              <a:solidFill>
                <a:schemeClr val="bg1"/>
              </a:solidFill>
            </a:endParaRP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598BE8B1-4979-6A50-7AB6-6B588DB9AFF7}"/>
              </a:ext>
            </a:extLst>
          </p:cNvPr>
          <p:cNvSpPr txBox="1"/>
          <p:nvPr/>
        </p:nvSpPr>
        <p:spPr>
          <a:xfrm>
            <a:off x="1049667" y="7189940"/>
            <a:ext cx="48475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dirty="0">
                <a:solidFill>
                  <a:schemeClr val="bg1"/>
                </a:solidFill>
              </a:rPr>
              <a:t>* Die genaue Anzahl der Brutplätze wurde am 13. Juli 2026 beim Tierschutzverein Augsburg angefragt. Die Angabe von rund 900 Brutplätzen ist deshalb vorläufig ein Richtwert.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38CD4F9F-B9FF-D79B-570F-2A4086C06E30}"/>
              </a:ext>
            </a:extLst>
          </p:cNvPr>
          <p:cNvSpPr txBox="1"/>
          <p:nvPr/>
        </p:nvSpPr>
        <p:spPr>
          <a:xfrm>
            <a:off x="1028124" y="8928675"/>
            <a:ext cx="484757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dirty="0">
                <a:solidFill>
                  <a:schemeClr val="bg1"/>
                </a:solidFill>
              </a:rPr>
              <a:t>Augsburg setzt seit Jahrzehnten auf ein umfassendes Stadttaubenmanagement. Betreute Taubenschläge, kontrollierte Fütterung, medizinische Grundversorgung und systematischer Eiertausch bilden die Grundlage dieses Konzepts. Es verbindet Tierwohl, Sauberkeit und eine nachhaltige </a:t>
            </a:r>
            <a:r>
              <a:rPr lang="de-CH" dirty="0" err="1">
                <a:solidFill>
                  <a:schemeClr val="bg1"/>
                </a:solidFill>
              </a:rPr>
              <a:t>Bestandesregulierung</a:t>
            </a:r>
            <a:r>
              <a:rPr lang="de-CH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189002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72</Words>
  <Application>Microsoft Macintosh PowerPoint</Application>
  <PresentationFormat>Benutzerdefiniert</PresentationFormat>
  <Paragraphs>5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Sonja Lingchungtsang</dc:creator>
  <cp:lastModifiedBy>Sonja Lingchungtsang</cp:lastModifiedBy>
  <cp:revision>1</cp:revision>
  <dcterms:created xsi:type="dcterms:W3CDTF">2026-08-02T13:30:05Z</dcterms:created>
  <dcterms:modified xsi:type="dcterms:W3CDTF">2026-08-02T18:47:44Z</dcterms:modified>
</cp:coreProperties>
</file>